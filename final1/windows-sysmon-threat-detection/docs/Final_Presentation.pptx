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ABAC"/>
                </a:solidFill>
              </a:defRPr>
            </a:pPr>
            <a:r>
              <a:t>01 /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0F7FB"/>
                </a:solidFill>
              </a:defRPr>
            </a:pPr>
            <a:r>
              <a:t>Windows / Sysmon Threat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CyberFox Society — Cybersecurity R&amp;D Internship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Area: Security Operations &amp; Detection Engineering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Goal: offline, transparent alerts for selected Windows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00ABAC"/>
                </a:solidFill>
              </a:defRPr>
            </a:pPr>
            <a:r>
              <a:t>Final MVP | Rule-based Python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ABAC"/>
                </a:solidFill>
              </a:defRPr>
            </a:pPr>
            <a:r>
              <a:t>02 /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0F7FB"/>
                </a:solidFill>
              </a:defRPr>
            </a:pPr>
            <a:r>
              <a:t>Problem &amp;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Windows/Sysmon events are noisy and require interpretation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Existing monitoring tools need detection rules and tuning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MVP: normalize exported logs, apply explainable rules, emit JSON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00ABAC"/>
                </a:solidFill>
              </a:defRPr>
            </a:pPr>
            <a:r>
              <a:t>Scope: Windows Security 4625 and Sysmon Event ID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ABAC"/>
                </a:solidFill>
              </a:defRPr>
            </a:pPr>
            <a:r>
              <a:t>03 /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0F7FB"/>
                </a:solidFill>
              </a:defRPr>
            </a:pPr>
            <a:r>
              <a:t>Architecture &amp; Detection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Input: normalized JSON or exported Windows Event XML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XML parser → normalized events → detection engine → JSON alerts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4625: ≥5 failures / same host, IP, account / 10 minutes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Sysmon 1: selected suspicious PowerShell argument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00ABAC"/>
                </a:solidFill>
              </a:defRPr>
            </a:pPr>
            <a:r>
              <a:t>Python standard library | Offline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ABAC"/>
                </a:solidFill>
              </a:defRPr>
            </a:pPr>
            <a:r>
              <a:t>04 /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0F7FB"/>
                </a:solidFill>
              </a:defRPr>
            </a:pPr>
            <a:r>
              <a:t>Testing &amp;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Automated tests: 13/13 passed (synthetic fixtures)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Bundled synthetic XML demo: 2 alerts generated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Real-log reliability: NOT YET VERIFIED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Authorized lab workflow + evaluation utility supplied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00ABAC"/>
                </a:solidFill>
              </a:defRPr>
            </a:pPr>
            <a:r>
              <a:t>Do not interpret synthetic test passes as real-log accuracy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3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0ABAC"/>
                </a:solidFill>
              </a:defRPr>
            </a:pPr>
            <a:r>
              <a:t>05 / FINAL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F0F7FB"/>
                </a:solidFill>
              </a:defRPr>
            </a:pPr>
            <a: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Test on authorized Windows/Sysmon lab exports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Record labeled benign and positive scenarios; review alerts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Report TP, FP, FN, precision and recall after lab testing</a:t>
            </a:r>
          </a:p>
          <a:p>
            <a:pPr>
              <a:spcAft>
                <a:spcPts val="1000"/>
              </a:spcAft>
              <a:defRPr sz="2100" b="0">
                <a:solidFill>
                  <a:srgbClr val="F0F7FB"/>
                </a:solidFill>
              </a:defRPr>
            </a:pPr>
            <a:r>
              <a:t>•  Improve rules and parsing based on observed false alerts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9107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0">
                <a:solidFill>
                  <a:srgbClr val="00ABAC"/>
                </a:solidFill>
              </a:defRPr>
            </a:pPr>
            <a:r>
              <a:t>Deliverables: code + 2-page report + 5-slide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